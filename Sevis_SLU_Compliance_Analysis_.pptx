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3891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DATA VISUALIZATION INTERNSHIP — WEEK 4 FINAL DELIVERABLE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 International Student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SEVIS compliance analytics — from data cleaning and SQL validation to a live Looker Studio dashboard.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5074920"/>
            <a:ext cx="2926080" cy="0"/>
          </a:xfrm>
          <a:prstGeom prst="line">
            <a:avLst/>
          </a:prstGeom>
          <a:noFill/>
          <a:ln w="19050">
            <a:solidFill>
              <a:srgbClr val="C9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57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Esther Akumah Chinomso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Documentation Coordinator · Team 25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Saint Louis University SEVIS F-1 Records (3,524)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Dataset &amp; Objective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Saint Louis University's SEVIS F-1 international student data end-to-end — clean and validate the dataset, verify metrics in SQL, and deliver a live compliance dashboard for institutional decision-making.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883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3,524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057400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 analyzed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101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2552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05740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citizenship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7705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822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2057400" y="3877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levels · 84 majors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489204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(pgAdmin 4) — data validation &amp; SQL analytics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Looker Studio — live, multi-page dashboard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cleaning documentation log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306056" y="1316736"/>
            <a:ext cx="440740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17" name="Image 3" descr="/home/claude/deck/img/cropped/8410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60920" y="1371600"/>
            <a:ext cx="4297680" cy="2331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360920" y="3776472"/>
            <a:ext cx="429768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3"/>
          <p:cNvSpPr/>
          <p:nvPr/>
        </p:nvSpPr>
        <p:spPr>
          <a:xfrm>
            <a:off x="7360920" y="3776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Dashboard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360920" y="4160520"/>
            <a:ext cx="4297680" cy="173736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758952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589520" y="459028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SEVIS compliance errors put students' F-1 status — and the university's ability to sponsor international enrollment — at risk. This dashboard turns raw records into an early-warning system for eligibility, documentation, and fee-payment gaps.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Four-Week Analytical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documented 3,524-record SEVIS export; standardized fields for analysis.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4116" y="3566160"/>
            <a:ext cx="109728" cy="10972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8288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66160" y="38404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eligibility, demographics, and compliance patterns across the dataset.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48756" y="3566160"/>
            <a:ext cx="109728" cy="10972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7920" y="18288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009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28600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5508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Validation + Dashboard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00800" y="38404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key metrics in pgAdmin, then built a live 7-page Looker Studio dashboard.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883396" y="3566160"/>
            <a:ext cx="109728" cy="109728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5" name="Shape 20"/>
          <p:cNvSpPr/>
          <p:nvPr/>
        </p:nvSpPr>
        <p:spPr>
          <a:xfrm>
            <a:off x="9052560" y="18288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28600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2560" y="2971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189720" y="32735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Reporting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235440" y="38404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findings into institutional recommendations — this deliverable.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Export vs. Cleaned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4434840"/>
          </a:xfrm>
          <a:prstGeom prst="rect">
            <a:avLst/>
          </a:prstGeom>
          <a:solidFill>
            <a:srgbClr val="F7ECE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733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SEVIS EXPORT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raw columns incl. unused/blank fields (mailing address, phone — 99%+ empty)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 across DOB, entry, program dates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status stored only as free-text transaction type, no clear ‘unpaid’ flag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join key between SEVIS and Applicant systems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verifiable — no reproducible query trail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257800" cy="4434840"/>
          </a:xfrm>
          <a:prstGeom prst="rect">
            <a:avLst/>
          </a:prstGeom>
          <a:solidFill>
            <a:srgbClr val="EAF1EC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733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04888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CLEANED &amp; VALIDATED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75120" y="224028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3,524 records retained; 0 duplicate SEVIS IDs confirmed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standardized to a single consistent format for analysis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payments recoded as PAYMENT / CANCELLATION / No Record (1,869 flagged)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compliance fields (country, education level, I-20 reason) fully populated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75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re-verified with SQL queries in pgAdmin before dashboarding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Verification in pgAdmin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metric shown on the dashboard was first computed and cross-checked directly against the PostgreSQL database — not just read off a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1911096"/>
            <a:ext cx="5504688" cy="2990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deck/img/cropped/840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5394960" cy="2880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919472"/>
            <a:ext cx="5394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&amp; Eligibility Rate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08776" y="1911096"/>
            <a:ext cx="5504688" cy="2990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10" name="Image 1" descr="/home/claude/deck/img/cropped/8403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965960"/>
            <a:ext cx="5394960" cy="2880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4919472"/>
            <a:ext cx="5394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263640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I-20 Issuance Verification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Backend vs. Looker Studio Frontend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504688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/home/claude/deck/img/cropped/8404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39496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873752"/>
            <a:ext cx="5394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8737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Source of Truth (pgAdmin)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08776" y="1408176"/>
            <a:ext cx="5504688" cy="3447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/home/claude/deck/img/cropped/8410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463040"/>
            <a:ext cx="5394960" cy="3337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63640" y="4873752"/>
            <a:ext cx="5394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6263640" y="487375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— Visual Layer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scorecard in Looker Studio traces back to a query written and run in pgAdmin — giving the dashboard an auditable, reproducible foundation.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664768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/home/claude/deck/img/cropped/841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537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Overview &amp; Gender Split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0336" y="1362456"/>
            <a:ext cx="44531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/home/claude/deck/img/cropped/8411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417320"/>
            <a:ext cx="434340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Majors &amp; Countries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664768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/home/claude/deck/img/cropped/841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537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Passport, Visa &amp; Entry Documentation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0336" y="1362456"/>
            <a:ext cx="44531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/home/claude/deck/img/cropped/8410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417320"/>
            <a:ext cx="434340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I-20 Issue Reason &amp; Completeness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Fee Payment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664768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/home/claude/deck/img/cropped/841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537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I-901 SEVIS Fee Compliance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0336" y="1362456"/>
            <a:ext cx="44531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/home/claude/deck/img/cropped/8410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417320"/>
            <a:ext cx="434340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Volume &amp; Status by Country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PAGE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 Pipeline &amp; 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664768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5" name="Image 0" descr="/home/claude/deck/img/cropped/841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5379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5056632"/>
            <a:ext cx="6537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I-20 &amp; Deposit Tracking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260336" y="1362456"/>
            <a:ext cx="4453128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pic>
        <p:nvPicPr>
          <p:cNvPr id="9" name="Image 1" descr="/home/claude/deck/img/cropped/8410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417320"/>
            <a:ext cx="4343400" cy="3566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0" y="505663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Scorecards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Risks Uncovered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5087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is concentrated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8105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86.9% of F-1 students are Master's-level and 59% are from India — a concentration risk for visa-processing delays.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24231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half have no fee record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27249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students (1,869) show no I-901 SEVIS fee payment — a critical block to visa issuance.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310896" cy="310896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3337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readiness is low pre-arrival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6393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~9% have a passport or visa on file; expected pre-Fall 2025, but requires active monitoring.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310896" cy="310896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51560" y="42519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is under-resourced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5537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 of 6,875 applicants (3,962) have no advisor assigned; only 22% have paid a deposit.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310896" cy="310896"/>
          </a:xfrm>
          <a:prstGeom prst="ellipse">
            <a:avLst/>
          </a:prstGeom>
          <a:solidFill>
            <a:srgbClr val="C9A44C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212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51560" y="51663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data-integration gap remains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" y="5468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key links SEVIS and Applicant records; a reconciliation flag also surfaced between SQL fee-cancellation counts and the dashboard's cancellation %.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556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fee-compliance sweep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1,869 students with no I-901 payment before their visa appointment window.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41732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7556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enrollment mix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outreach targets to reduce reliance on India/Master's concentration (59% / 86.9%).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41732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17556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286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advisor gap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27889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advisor assignment for the 3,962 unassigned applicants using pipeline stage.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1596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SEVIS–Applicant key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OIS to create a shared mapping table for unified compliance reporting.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31596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document reminders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349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passport/visa upload reminders as students approach the Fall intake date.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611880" cy="2286000"/>
          </a:xfrm>
          <a:prstGeom prst="rect">
            <a:avLst/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E2761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431596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846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the reconciliation flag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53492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fee-cancellation discrepancy between SQL output and the dashboard filter logic.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3891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Records to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Insight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delivered a complete compliance-analytics pipeline: 3,524 SEVIS records were cleaned and documented, every headline metric was cross-verified in PostgreSQL, and the results were published to a live, 7-page Looker Studio dashboard.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more than a report — it's a reusable, auditable system SLU's International Office can use to catch eligibility gaps, fee-payment risk, and pipeline bottlenecks before they threaten a student's F-1 status.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3,524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validated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5349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$360.7K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5349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SEVIS fees tracked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5349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 International Student Compliance Analysis  |  Excelerate Data Visualization Internship — Week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SLU International Student Compliance Analysis</dc:title>
  <dc:subject>PptxGenJS Presentation</dc:subject>
  <dc:creator>Esther Akumah Chinomso</dc:creator>
  <cp:lastModifiedBy>Esther Akumah Chinomso</cp:lastModifiedBy>
  <cp:revision>1</cp:revision>
  <dcterms:created xsi:type="dcterms:W3CDTF">2026-07-01T21:37:21Z</dcterms:created>
  <dcterms:modified xsi:type="dcterms:W3CDTF">2026-07-01T21:37:21Z</dcterms:modified>
</cp:coreProperties>
</file>